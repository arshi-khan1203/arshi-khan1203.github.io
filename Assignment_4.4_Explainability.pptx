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1700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/>
        </p:nvSpPr>
        <p:spPr>
          <a:xfrm>
            <a:off x="548640" y="128016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AI (XAI)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548640" y="242316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Transparency, Validation &amp; Trust in Generative AI Models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3108960"/>
            <a:ext cx="32004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3337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Explored: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 |  Claude  |  Gemini  |  LLaMA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43891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Arshi Khan  |  Indiana Wesleyan University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Explainable AI (XAI) &amp; Why Does It Matter?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9601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93268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137160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refers to techniques and methods that make AI model decisions understandable and interpretable to humans - especially non-technical stakeholders.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0" y="841248"/>
            <a:ext cx="2240280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728" y="950976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63440" y="134416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&amp; Accountability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4663440" y="1709928"/>
            <a:ext cx="20848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and regulators need to understand why a model made a decision before trusting or acting on it.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6949440" y="841248"/>
            <a:ext cx="2240280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9168" y="950976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040880" y="134416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Regulatory Compliance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7040880" y="1709928"/>
            <a:ext cx="20848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Laws like GDPR require that automated decisions be explainable to individuals affected by them.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4572000" y="2606040"/>
            <a:ext cx="2240280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1728" y="2715768"/>
            <a:ext cx="347472" cy="347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663440" y="310896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Bias Detection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4663440" y="3474720"/>
            <a:ext cx="20848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helps identify when models produce unfair or discriminatory outputs from biased training data.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6949440" y="2606040"/>
            <a:ext cx="2240280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59168" y="2715768"/>
            <a:ext cx="347472" cy="34747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040880" y="310896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Improvement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7040880" y="3474720"/>
            <a:ext cx="20848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model reasoning enables developers to fix errors and improve reliability over time.</a:t>
            </a:r>
            <a:endParaRPr lang="en-US" sz="950" dirty="0"/>
          </a:p>
        </p:txBody>
      </p:sp>
      <p:sp>
        <p:nvSpPr>
          <p:cNvPr id="24" name="Text 17"/>
          <p:cNvSpPr/>
          <p:nvPr/>
        </p:nvSpPr>
        <p:spPr>
          <a:xfrm>
            <a:off x="4572000" y="7132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XAI Matters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365760" y="48006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Arrieta et al. (2020). Explainable AI: Concepts, taxonomies, opportunities and challenges. Information Fusion.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in Explainability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914400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91440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Black Box Complexity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02920" y="1353312"/>
            <a:ext cx="2697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like GPT and LLaMA have billions of parameters. No single component explains the output - decisions emerge from massively distributed, nonlinear interactions.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337560" y="854965"/>
            <a:ext cx="2697480" cy="17465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914400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069080" y="91440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Bias &amp; Quality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611880" y="1353312"/>
            <a:ext cx="23698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trained on vast internet datasets inherit embedded biases and noise. These biases surface in outputs and are difficult to detect without explainability tools.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309360" y="862965"/>
            <a:ext cx="2697480" cy="170306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40" y="914400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178040" y="91440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Post-Hoc Explanations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6720840" y="1353312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explanations are generated after the decision and may not accurately reflect the model's true reasoning, creating a gap 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2C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stated logic and actual computation.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365760" y="2743200"/>
            <a:ext cx="29260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2852928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60120" y="2852928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Regulatory &amp; Ethical Risk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502920" y="3291840"/>
            <a:ext cx="2697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Deploying opaque AI in healthcare, finance, and law raises serious accountability concerns. Without explainability, organizations cannot justify decisions or comply with emerging AI regulations.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474720" y="2743200"/>
            <a:ext cx="29260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1880" y="2852928"/>
            <a:ext cx="384048" cy="38404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069080" y="2852928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&amp; Speed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3611880" y="3291840"/>
            <a:ext cx="2697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models grow larger, the gap between performance and interpretability widens. Generating real-time explanations for billion-parameter models adds latency and resource cost.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365760" y="48006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Doshi-Velez &amp; Kim (2017). Towards a rigorous science of interpretable machine learning. arXiv.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&amp; Performance Metrics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411480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896112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88696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Techniques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94360" y="138988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4360" y="1636776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data into folds to test model stability across different subsets, reducing overfitting risk.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94360" y="213969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Holdout Testing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94360" y="2386584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Reserves a separate test set the model never sees during training to measure real-world generalization.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94360" y="288950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Testing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94360" y="313639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crafted inputs test model robustness and expose failure modes or unexpected behaviors.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94360" y="363931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Evaluation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94360" y="38862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experts assess model outputs for accuracy, fairness, and alignment with real-world expectations.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663440" y="804672"/>
            <a:ext cx="411480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896112"/>
            <a:ext cx="384048" cy="38404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303520" y="88696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Metrics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4892040" y="138988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892040" y="1636776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proportion of correct predictions. Baseline indicator but insufficient for imbalanced datasets.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4892040" y="213969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&amp; Recall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4892040" y="2386584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minimizes false positives; Recall minimizes false negatives. Together they reveal trade-offs.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4892040" y="288950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4892040" y="313639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 mean of precision and recall. Balanced metric for skewed class distributions.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4892040" y="363931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4892040" y="38862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discrimination ability across all thresholds. Higher AUC signals stronger reliability.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Shneiderman (2020). Human-centered AI. Issues in Science and Technology.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Solutions by Industry Leaders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93548" y="701040"/>
            <a:ext cx="2103120" cy="41605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17932" y="804672"/>
            <a:ext cx="2103120" cy="566928"/>
          </a:xfrm>
          <a:prstGeom prst="roundRect">
            <a:avLst>
              <a:gd name="adj" fmla="val 16129"/>
            </a:avLst>
          </a:prstGeom>
          <a:solidFill>
            <a:srgbClr val="2C3A4A"/>
          </a:solidFill>
          <a:ln w="12700">
            <a:solidFill>
              <a:srgbClr val="2C3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OpenAI (GPT)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" y="1463040"/>
            <a:ext cx="192024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950" dirty="0">
                <a:solidFill>
                  <a:srgbClr val="2C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 (CoT) prompting for step-by-step reasoning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75488" y="2542032"/>
            <a:ext cx="192024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950" dirty="0">
                <a:solidFill>
                  <a:srgbClr val="2C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via Reinforcement Learning from Human Feedback (RLHF)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75488" y="3621024"/>
            <a:ext cx="192024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950" dirty="0">
                <a:solidFill>
                  <a:srgbClr val="2C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cards and model cards disclosing training data and limitations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47544" y="804672"/>
            <a:ext cx="2060448" cy="4056888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38400" y="804672"/>
            <a:ext cx="2103120" cy="566928"/>
          </a:xfrm>
          <a:prstGeom prst="roundRect">
            <a:avLst>
              <a:gd name="adj" fmla="val 16129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0" y="822960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Anthropic (Claude)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61488" y="1463040"/>
            <a:ext cx="1780032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950" dirty="0">
                <a:solidFill>
                  <a:srgbClr val="2C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Constitutional AI - models self-evaluate against defined principles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761488" y="2542032"/>
            <a:ext cx="192024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950" dirty="0">
                <a:solidFill>
                  <a:srgbClr val="2C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 research into model attention and feature circuits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761488" y="3621024"/>
            <a:ext cx="1719072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950" dirty="0">
                <a:solidFill>
                  <a:srgbClr val="2C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model usage policies and transparent safety documentation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72584" y="804672"/>
            <a:ext cx="2112264" cy="4056888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72584" y="777240"/>
            <a:ext cx="2103120" cy="566928"/>
          </a:xfrm>
          <a:prstGeom prst="roundRect">
            <a:avLst>
              <a:gd name="adj" fmla="val 16129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822960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(Gemini)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47488" y="1463040"/>
            <a:ext cx="1728216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950" dirty="0">
                <a:solidFill>
                  <a:srgbClr val="2C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Google PAIR tools for responsible AI and fairness auditing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47488" y="2542032"/>
            <a:ext cx="1728216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950" dirty="0">
                <a:solidFill>
                  <a:srgbClr val="2C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visualization for identifying input token influence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47488" y="3621024"/>
            <a:ext cx="192024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950" dirty="0">
                <a:solidFill>
                  <a:srgbClr val="2C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cards with structured evaluation across safety benchmarks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967728" y="822960"/>
            <a:ext cx="2029968" cy="4056888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949440" y="786384"/>
            <a:ext cx="2103120" cy="566928"/>
          </a:xfrm>
          <a:prstGeom prst="roundRect">
            <a:avLst>
              <a:gd name="adj" fmla="val 16129"/>
            </a:avLst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69480" y="822960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 (LLaMA)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287768" y="1463040"/>
            <a:ext cx="1618488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950" dirty="0">
                <a:solidFill>
                  <a:srgbClr val="2C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model releases for community-level explainability research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287768" y="2542032"/>
            <a:ext cx="1709928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950" dirty="0">
                <a:solidFill>
                  <a:srgbClr val="2C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use guides with bias testing documentation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287768" y="3621024"/>
            <a:ext cx="1709928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950" dirty="0">
                <a:solidFill>
                  <a:srgbClr val="2C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Red-teaming exercises to expose model failure modes publicly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65760" y="4965192"/>
            <a:ext cx="841248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OpenAI (2023); Anthropic (2023); Google DeepMind (2023); Meta AI (2023). See References slide.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2286000"/>
            <a:ext cx="4572000" cy="4572000"/>
          </a:xfrm>
          <a:prstGeom prst="ellipse">
            <a:avLst/>
          </a:prstGeom>
          <a:solidFill>
            <a:srgbClr val="4A90D9">
              <a:alpha val="12000"/>
            </a:srgbClr>
          </a:solidFill>
          <a:ln w="12700">
            <a:solidFill>
              <a:srgbClr val="4A90D9">
                <a:alpha val="1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32004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Arrieta, A. B., et al. (2020). Explainable Artificial Intelligence (XAI): Concepts, taxonomies, opportunities and challenges toward responsible AI. Information Fusion, 58, 82-115.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48640" y="166420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Doshi-Velez, F., &amp; Kim, B. (2017). Towards a rigorous science of interpretable machine learning. arXiv preprint arXiv:1702.08608.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48640" y="2139696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Anthropic. (2023). Claude model card and constitutional AI. https://www.anthropic.com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2615184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OpenAI. (2023). GPT-4 technical report. https://openai.com/research/gpt-4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48640" y="309067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DeepMind. (2023). Gemini: A family of highly capable multimodal models. https://deepmind.google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" y="35661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AI. (2023). LLaMA 2: Open foundation and fine-tuned chat models. https://ai.meta.com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48640" y="404164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Shneiderman, B. (2020). Human-centered AI. Issues in Science and Technology, 37(1), 56-61.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816</Words>
  <Application>Microsoft Office PowerPoint</Application>
  <PresentationFormat>On-screen Show (16:9)</PresentationFormat>
  <Paragraphs>82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Explainable AI - XAI Overview</dc:title>
  <dc:subject>PptxGenJS Presentation</dc:subject>
  <dc:creator>PptxGenJS</dc:creator>
  <cp:lastModifiedBy>Arshi Khan</cp:lastModifiedBy>
  <cp:revision>4</cp:revision>
  <dcterms:created xsi:type="dcterms:W3CDTF">2026-06-17T22:29:08Z</dcterms:created>
  <dcterms:modified xsi:type="dcterms:W3CDTF">2026-06-18T19:32:29Z</dcterms:modified>
</cp:coreProperties>
</file>