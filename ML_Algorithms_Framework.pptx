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Machine Learning Algorithms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A Visual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7"/>
                </a:solidFill>
              </a:rPr>
              <a:t>Arshi Khan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7F7F7"/>
                </a:solidFill>
              </a:rPr>
              <a:t>3SU2026 Model Development (AIML-501-01R3A)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7F7F7"/>
                </a:solidFill>
              </a:rPr>
              <a:t>Professor: John Wishart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7F7F7"/>
                </a:solidFill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54A"/>
                </a:solidFill>
              </a:rPr>
              <a:t>Algorithm Classification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560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Tabular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 Algorithms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1828800" cy="2560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Computer 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 Algorithms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828800" cy="2560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Natural Language 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 Algorithms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1828800" cy="2560320"/>
          </a:xfrm>
          <a:prstGeom prst="rect">
            <a:avLst/>
          </a:prstGeom>
          <a:solidFill>
            <a:srgbClr val="0145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Generative 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 Algorithms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Algorithms classified by primary application domain and learning type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Tabular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Linear Regression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Predicts continuous values | Example: House price prediction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Logistic Regression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Binary classification | Example: Spam detection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Decision Trees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Rule-based classification | Example: Loan approval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Random Forest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Ensemble of decision trees | Example: Customer churn prediction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Support Vector Machines (SVM)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Finds optimal class boundaries | Example: Fraud detection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Unsupervised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K-Means Clustering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Groups similar data points | Example: Customer segmentation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Computer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Image and video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Convolutional Neural Networks (CNN)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Detects patterns in images through layered filters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Facial recognition, medical imaging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Support Vector Machines (SVM)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Classifies images by finding decision boundaries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Handwritten digit recognition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Natural Language 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Understanding and generating human language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Recurrent Neural Networks (RNN)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Processes sequential text data with memory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Language translation, voice assistants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Transformer Models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Uses attention mechanisms for context understanding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Text summarization, question answering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5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Generative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Creating new content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54A"/>
                </a:solidFill>
              </a:rPr>
              <a:t>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Transformer Models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Generates human-like text and responses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ChatGPT, content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54A"/>
                </a:solidFill>
              </a:rPr>
              <a:t>Unsupervised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Generative Adversarial Networks (GAN)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</a:rPr>
              <a:t>Two networks compete to create realistic synthetic data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1E1E"/>
                </a:solidFill>
              </a:rPr>
              <a:t>Example: Image generation, deepfakes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54A"/>
                </a:solidFill>
              </a:rPr>
              <a:t>Understanding Algorithm Relationships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</a:rPr>
              <a:t>Tabular data primarily uses traditional supervised learning methods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</a:rPr>
              <a:t>Deep learning (CNN, RNN, Transformers) dominates image and text applications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</a:rPr>
              <a:t>Transformer models bridge multiple domains (NLP and Generative AI)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</a:rPr>
              <a:t>Unsupervised learning is less common but critical for clustering and generation tasks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</a:rPr>
              <a:t>Algorithm selection depends on data type, problem complexity, and available labeled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Algorithms: A Visual Framework</dc:title>
  <dc:subject>PptxGenJS Presentation</dc:subject>
  <dc:creator>Arshi Khan</dc:creator>
  <cp:lastModifiedBy>Arshi Khan</cp:lastModifiedBy>
  <cp:revision>1</cp:revision>
  <dcterms:created xsi:type="dcterms:W3CDTF">2026-05-15T19:10:12Z</dcterms:created>
  <dcterms:modified xsi:type="dcterms:W3CDTF">2026-05-15T19:10:12Z</dcterms:modified>
</cp:coreProperties>
</file>