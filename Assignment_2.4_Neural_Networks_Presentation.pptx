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206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7119-D0B3-CABD-5FEB-D261435B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43928-B8F9-4E04-BE00-58EF8B418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0A974-A528-7F3B-B292-D0E766EC4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9CADC-45C5-1068-4785-5032C89B9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33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Neural Networks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Guide to AI Components and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Arshi Khan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Layers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Layers?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organized groups of neurons that process information sequentially. Each layer transforms data progressively, building from simple patterns to complex understanding.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Layer: Receives raw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Layers: Process and extract features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Layer: Produces final predictions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1828800"/>
            <a:ext cx="731520" cy="2011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554480"/>
            <a:ext cx="548640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22860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55155" y="1577340"/>
            <a:ext cx="609600" cy="2468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2860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78140" y="1973579"/>
            <a:ext cx="609600" cy="16763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8023860" y="2377440"/>
            <a:ext cx="7543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2834640"/>
            <a:ext cx="4114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7490" y="2827016"/>
            <a:ext cx="3581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64754" y="2827016"/>
            <a:ext cx="413385" cy="7624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Neurons: The Building Blocks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Neurons?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are individual computational units that receive inputs, perform calculations, and produce outputs. Each neuron: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multiple inputs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each input by its weight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all weighted inputs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an activation function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Produces an output signal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neurons working together enable neural networks to learn complex patterns.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2860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0" y="1645920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0" y="1828800"/>
            <a:ext cx="1005840" cy="64008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377440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2560320"/>
            <a:ext cx="1005840" cy="320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108960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3291840"/>
            <a:ext cx="10058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651760"/>
            <a:ext cx="109728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49808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Connection Strength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Weights?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62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numerical parameters that determine how much influence each input has on a neuron's output. They represent the strength of connections between neurons.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Weights Work: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connection has a unique weight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weights = strong influence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Low/negative weights = weak/inhibitory influence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Adjusted during training to minimize errors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2286000"/>
            <a:ext cx="640080" cy="6400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589520" y="22860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2377440"/>
            <a:ext cx="1737360" cy="0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0.85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3291840"/>
            <a:ext cx="640080" cy="6400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0" y="32918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852160" y="3383280"/>
            <a:ext cx="1737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21792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804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Activation Functions?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determine whether a neuron should 'fire' based on its inputs. They introduce non-linearity, enabling networks to learn complex patterns.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ReLU (Rectified Linear Unit): Most popular, outputs max(0, 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Sigmoid: Outputs between 0 and 1, used for probabilities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Tanh: Outputs between -1 and </a:t>
            </a:r>
          </a:p>
          <a:p>
            <a:endParaRPr lang="en-US" sz="14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activation functions, neural networks would only perform linear transformations.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Function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0" y="4114800"/>
            <a:ext cx="29260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2011680"/>
            <a:ext cx="0" cy="21031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4114800"/>
            <a:ext cx="146304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4114800"/>
            <a:ext cx="1463040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737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max(0, x)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804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Loss Functions?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3040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measure how wrong the network's predictions are compared to actual values. They quantify the error the network must minimize.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Squared Error (MSE): For regression tasks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Cross-Entropy: For classification tasks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Cross-Entropy: For binary classification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loss value through training, indicating better predictions.</a:t>
            </a:r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During Training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0" y="4114800"/>
            <a:ext cx="29260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2103120"/>
            <a:ext cx="0" cy="201168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2286000"/>
            <a:ext cx="457200" cy="27432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560320"/>
            <a:ext cx="457200" cy="36576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926080"/>
            <a:ext cx="457200" cy="45720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383280"/>
            <a:ext cx="457200" cy="27432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3657600"/>
            <a:ext cx="457200" cy="18288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3840480"/>
            <a:ext cx="457200" cy="9144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loss = Better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9090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Optimization Algorithms?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3268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adjust weights systematically to minimize the loss function. They determine how the network learns from errors.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Algorithms: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Descent: Basic approach, moves toward lower loss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Stochastic Gradient Descent (SGD): Faster, uses data batches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Adam: Adaptive learning, currently most popular</a:t>
            </a:r>
          </a:p>
          <a:p>
            <a:pPr marL="0" indent="0">
              <a:buNone/>
            </a:pPr>
            <a:endParaRPr lang="en-US" sz="14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algorithms adjust weights to improve predictions.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Optimal Solution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3200400"/>
            <a:ext cx="2286000" cy="109728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0" y="21031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5920740" y="2171700"/>
            <a:ext cx="274320" cy="36576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126480" y="246888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5060" y="2537460"/>
            <a:ext cx="274320" cy="45720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0" y="292608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69380" y="2994660"/>
            <a:ext cx="182880" cy="45720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583680" y="338328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652260" y="3451860"/>
            <a:ext cx="9144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675120" y="3657600"/>
            <a:ext cx="137160" cy="1371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3566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iteratively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weights to reach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loss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70500-0306-D00E-5A16-A9749034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24F2C7-C7AA-6FC8-29DE-D16C27455340}"/>
              </a:ext>
            </a:extLst>
          </p:cNvPr>
          <p:cNvSpPr/>
          <p:nvPr/>
        </p:nvSpPr>
        <p:spPr>
          <a:xfrm>
            <a:off x="457200" y="413369"/>
            <a:ext cx="8229600" cy="453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Neural Network Architecture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E04539-A604-4B63-41CC-C4DD9F00DE4E}"/>
              </a:ext>
            </a:extLst>
          </p:cNvPr>
          <p:cNvSpPr/>
          <p:nvPr/>
        </p:nvSpPr>
        <p:spPr>
          <a:xfrm>
            <a:off x="457200" y="1037580"/>
            <a:ext cx="82296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Input → Processing → Output</a:t>
            </a:r>
            <a:endParaRPr lang="en-US" sz="1600" b="1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F63956C-0926-E287-CF93-1183F9598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69" y="1339861"/>
            <a:ext cx="6903251" cy="3359323"/>
          </a:xfrm>
          <a:prstGeom prst="rect">
            <a:avLst/>
          </a:prstGeom>
        </p:spPr>
      </p:pic>
      <p:sp>
        <p:nvSpPr>
          <p:cNvPr id="59" name="Text 1">
            <a:extLst>
              <a:ext uri="{FF2B5EF4-FFF2-40B4-BE49-F238E27FC236}">
                <a16:creationId xmlns:a16="http://schemas.microsoft.com/office/drawing/2014/main" id="{48A0E72D-49A0-3597-81CD-98D6A7DEF57C}"/>
              </a:ext>
            </a:extLst>
          </p:cNvPr>
          <p:cNvSpPr/>
          <p:nvPr/>
        </p:nvSpPr>
        <p:spPr>
          <a:xfrm>
            <a:off x="861060" y="4396903"/>
            <a:ext cx="82296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</a:t>
            </a: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12229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 Visualizing Neural Networks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794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06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Visualization Matters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representations transform abstract neural network concepts into comprehensible structures. Through this exploration: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organize neurons hierarchically for progressive data transformation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perform individual computations that collectively enable learning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determine connection strengths and are adjusted during training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introduce non-linearity for complex pattern recognition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quantify errors to guide optimization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systematically improve network performance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Experimenting with the Neural Network Playground revealed how these components interact dynamically during training. Understanding these fundamentals is essential for developing and optimizing neural network applications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Neural Networks Through Visualization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Arshi Khan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644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Neural Networks</dc:title>
  <dc:subject>PptxGenJS Presentation</dc:subject>
  <dc:creator>Arshi Khan</dc:creator>
  <cp:lastModifiedBy>Arshi Khan</cp:lastModifiedBy>
  <cp:revision>4</cp:revision>
  <dcterms:created xsi:type="dcterms:W3CDTF">2026-05-22T18:53:35Z</dcterms:created>
  <dcterms:modified xsi:type="dcterms:W3CDTF">2026-05-23T03:28:49Z</dcterms:modified>
</cp:coreProperties>
</file>