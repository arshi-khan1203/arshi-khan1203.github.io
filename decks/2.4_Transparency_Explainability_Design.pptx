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29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Framework: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Transparency Design Considerations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 Systems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480560"/>
            <a:ext cx="10360152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Responsible Appl of AI (AIML-510-01R4A)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2.4 RAI Framework Project Design Considerations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September 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NovaCare Health Systems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healthcare enterprise (consistent with Assignments 1.3 and 1.4)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hospitals, 150+ outpatient facilities, approximately 45,000 employees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7919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0604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about 6 million patients annually through hospitals, clinics, diagnostic centers, and telehealth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3075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footprint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65760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EHR, cloud analytics, imaging, patient portals, and digital care platforms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8231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foundation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70916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ethical principles established in 1.3, operationalized through the NIST AI RMF (Govern, Map, Measure, Manage) in 1.4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Cases Under Consideration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use cases established in Assignment 1.3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Medical Imaging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abnormalities in X-rays, CT scans, and MRIs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7744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Deterioration Prediction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88036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patients at risk of rapid clinical decline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0916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Clinical Assistant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21208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records and drafts clinical documentation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4448" y="39319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70916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&amp; Resource Optimization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21208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demand and optimizes staffing and appointments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Explainability Need by Use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 cases require strong explainability, and why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46634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Medical Imaging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informs diagnosis. Radiologists need local explanations to catch errors like atypical findings; governance needs global explanations to validate the tool before deployment.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Deterioration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clinical intervention. A missed or false flag affects patient safety, so clinicians need to know why a patient was flagged to decide how urgently to act.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Clinical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are reviewed by a clinician before use, but hallucination risk means clinicians need enough visibility into sourcing to catch errors before signing off.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Scheduling &amp; Resource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affect individual patient treatment. Accuracy matters more than explainability, though enough transparency should exist to explain staffing decisions if disputed.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Process for Evaluating AI Transparency/Explainability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evaluation path, tied to the RAI roles defined in Assignment 1.4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4663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Risk Tiering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explainability requirement based on the risk tier from the prior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 Owner, AI Risk &amp; Compliance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Method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global vs. local explanation methods matched to the audience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Safety &amp; Validation Lead, Human Factors &amp; Clinical AI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Usability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explanations with real end users to confirm they are true, useful, and understandable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 &amp; Clinical AI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Independent Validation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review confirms explainability meets the validation gate before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Safety &amp; Validation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RAI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 Committee sign-off required for high-risk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Responsible AI Officer, RAI Steering Committee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Post-Deployment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clinician override rates and complaints as an ongoing signal that explanations are 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 Governance &amp; Ethics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Documentation Across Development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transparency artifact is produced at each stage of the 1.4 vetting process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464515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Produced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&amp; Use-Case 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 charter (intended purpose, affected populations)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scope for future explanations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Tier &amp; Impact 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tier and explainability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level of explanation the system will need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Privacy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lineage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inputs; supports global explanations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+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card/fact sheet: capabilities, limitations, training data, subgroup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transparency artifact (Google Model Card Toolkit, IBM AI FactSheets)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report covering explainability and usability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explanations work for their intended 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record with named executive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 transparency to 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+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Clinician-facing transparency notice plus ongoing monitoring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end users informed as the system operates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and open questions from this workshop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7295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054577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Chapter 3's biggest challenge for me: there's no formula for how much accuracy you should give up for explainability. The book just says "it depends," so applying that to a real use case like patient deterioration prediction is tougher than it sounds.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Figuring out how much explanation is actually "enough" is harder than I expected. Too little and clinicians can't use it, too much and it slows them down or gives false confidence. There's no clear line for where that sits.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Turning a principle like Fairness &amp; Equity into an actual measurable KPI feels like a big jump. It's easy to say we care about it, harder to say who owns turning that into a number.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Open question: who should actually decide how much explanation is "enough" for a use case? The clinicians using it, the ethics committee, or the vendor?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Open question: if the Generative AI Clinical Assistant is always reviewed by a human anyway, does it really need the same explainability standard as imaging or deterioration prediction, or is that human check enough on its own?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Blackman, R. (2022). Explainability: The space between the inputs and the outputs. In Ethical machines: Your concise guide to totally unbiased, transparent, and respectful AI (Ch. 3). Harvard Business Review Press.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(n.d.). What is responsible AI? IBM Think.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(2026). 2026 Responsible AI Transparency Report.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776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and Technology. (2023). Artificial intelligence risk management framework (AI RMF 1.0) (NIST AI 100-1). U.S. Department of Commerce.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978</Words>
  <Application>Microsoft Office PowerPoint</Application>
  <PresentationFormat>Widescreen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K</cp:lastModifiedBy>
  <cp:revision>2</cp:revision>
  <dcterms:created xsi:type="dcterms:W3CDTF">2026-09-03T21:51:59Z</dcterms:created>
  <dcterms:modified xsi:type="dcterms:W3CDTF">2026-09-03T22:00:55Z</dcterms:modified>
</cp:coreProperties>
</file>