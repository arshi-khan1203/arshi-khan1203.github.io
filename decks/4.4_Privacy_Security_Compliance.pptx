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F9334-A128-4CD2-9EA1-CC422122DD95}" v="1" dt="2026-09-20T02:16:1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K" userId="506a500b3ebd784a" providerId="LiveId" clId="{7FC67F69-89D5-4D0E-ADE7-A8EB38C8C51C}"/>
    <pc:docChg chg="modSld">
      <pc:chgData name="A K" userId="506a500b3ebd784a" providerId="LiveId" clId="{7FC67F69-89D5-4D0E-ADE7-A8EB38C8C51C}" dt="2026-09-20T02:17:20.969" v="29" actId="113"/>
      <pc:docMkLst>
        <pc:docMk/>
      </pc:docMkLst>
      <pc:sldChg chg="modSp mod">
        <pc:chgData name="A K" userId="506a500b3ebd784a" providerId="LiveId" clId="{7FC67F69-89D5-4D0E-ADE7-A8EB38C8C51C}" dt="2026-09-20T02:14:08.066" v="15" actId="20577"/>
        <pc:sldMkLst>
          <pc:docMk/>
          <pc:sldMk cId="0" sldId="256"/>
        </pc:sldMkLst>
        <pc:spChg chg="mod">
          <ac:chgData name="A K" userId="506a500b3ebd784a" providerId="LiveId" clId="{7FC67F69-89D5-4D0E-ADE7-A8EB38C8C51C}" dt="2026-09-20T02:14:08.066" v="1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 K" userId="506a500b3ebd784a" providerId="LiveId" clId="{7FC67F69-89D5-4D0E-ADE7-A8EB38C8C51C}" dt="2026-09-20T02:17:20.969" v="29" actId="113"/>
        <pc:sldMkLst>
          <pc:docMk/>
          <pc:sldMk cId="0" sldId="263"/>
        </pc:sldMkLst>
        <pc:spChg chg="mod">
          <ac:chgData name="A K" userId="506a500b3ebd784a" providerId="LiveId" clId="{7FC67F69-89D5-4D0E-ADE7-A8EB38C8C51C}" dt="2026-09-20T02:17:20.969" v="29" actId="113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26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7259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Framework: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Privacy, Security, IP, and Regulatory Compliance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Systems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572000"/>
            <a:ext cx="10360152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Responsible Appl of AI (AIML-510-01R4A)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4.4 RAI Framework Project: Privacy, Security, IP, and Compliance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September 20,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NovaCare Health Systems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healthcare enterprise (consistent with Assignments 1.3 and 1.4)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hospitals, 150+ outpatient facilities, approximately 45,000 employees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7919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about 6 million patients annually through hospitals, clinics, diagnostic centers, and telehealth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footprint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65760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EHR, cloud analytics, imaging, patient portals, and digital care platforms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8231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foundation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70916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ethical principles established in 1.3, operationalized through the NIST AI RMF (Govern, Map, Measure, Manage) in 1.4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Cases Under Consideration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use cases established in Assignment 1.3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Medical Imaging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abnormalities in X-rays, CT scans, and MRIs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Deterioration Prediction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patients at risk of rapid clinical decline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Clinical Assistant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records and drafts clinical 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&amp; Resource Optimization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demand and optimizes staffing and appointments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Data Privacy Protection Level by Use Case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7295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/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Medical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De-identification per HIPAA Safe Harbor (all 18 identifiers removed) before research use; re-identification requires explicit patient consent; access reviewed 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Deterioration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PHI encryption at rest/in transit (AES-256); access limited to care-team members with active need; retention capped at treatment period plus 6 years per HIPAA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Clinical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training retention on real patient notes; PHI redacted from logs within 24 hours; patients notified that AI drafts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Scheduling &amp; Resource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Aggregated, de-identified data only; no individual patient identifiers needed for staffing forecasts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Data Security Practices by Use Case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7295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Practices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Medical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PACS storage, full access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image-access events logged; quarterly penetration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Deterioration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network segmentation, anomaly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triggers on any single query pulling more than 50 patient records; vendors must hold SOC 2 Type II certification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Clinical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Prompt/output sandboxing; no external API calls carrying PHI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PHI leaves NovaCare's private cloud boundary; monthly red-team test for prompt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Scheduling &amp; Resource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cloud security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security audit; access rights reviewed 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Intellectual Property Considerations by Use Case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7295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Consideration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Medical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model IP and liability for diagnostic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Contractual indemnification from imaging AI vendors (per WIPO checklist); clear ownership of any fine-tuned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Deterioration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provenance (internal EHR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Data-use rights confirmed via Notice of Privacy Practices; no third-party training data ownership disputes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Clinical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AI-drafted notes become part of the legal medical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 review/edit constitutes sufficient human authorship for institutional ownership of the final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Scheduling &amp; Resource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IP risk; operational, non-creative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vendor licensing terms are sufficient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US vs. EU Regulatory Compliance Actions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Stanford AI Index 2025, Chapter 6 (Policy and Governance)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6" cy="5074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Union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Sectoral and agency-driven (HIPAA, FTC Act, state AI laws); no single comprehensive federal AI law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Act: comprehensive, risk-tiered, binding across all 27 member states; healthcare AI is classified high-risk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Action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HIPAA risk assessment; monitor state AI legislation (131 state laws passed in 2024 alone) in every state NovaCare operates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 conformity assessment before market entry; register high-risk systems in the EU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Penalty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penalties up to $2.1M per violation category, per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6% of global annual turnover for high-risk AI Act violations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Obligation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notification within 60 days (HIPAA)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post-market monitoring and incident reporting for high-risk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and open questions from this workshop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7295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Drawing the line for "moderate" privacy protection (scheduling use case) felt more like judgment than a clean rule.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US and EU need genuinely separate compliance tracks, not one framework with small tweaks. Sectoral vs. binding risk-tiered are very different starting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For the AI clinical assistant, "ownership" doesn't even feel like the right question to ask about a medical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Vallor's point on consent stuck with me: explaining AI's role in plain language risks becoming another wall of text nobody reads.</a:t>
            </a:r>
          </a:p>
          <a:p>
            <a:endParaRPr lang="en-IN" sz="1600" dirty="0"/>
          </a:p>
          <a:p>
            <a:r>
              <a:rPr lang="en-IN" sz="1600" b="1" dirty="0"/>
              <a:t>Open question: </a:t>
            </a:r>
            <a:r>
              <a:rPr lang="en-IN" sz="1600" dirty="0"/>
              <a:t>if full informed consent isn't realistic, is just disclosing AI use enough to call it ethical?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HAI. (2025). Artificial Intelligence Index Report 2025, Chapter 6: Policy and Governance.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Vallor, S. (n.d.). An Introduction to Data Ethics. Markkula Center for Applied Ethics, Santa Clara University.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894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K</cp:lastModifiedBy>
  <cp:revision>1</cp:revision>
  <dcterms:created xsi:type="dcterms:W3CDTF">2026-09-20T01:57:29Z</dcterms:created>
  <dcterms:modified xsi:type="dcterms:W3CDTF">2026-09-20T02:17:29Z</dcterms:modified>
</cp:coreProperties>
</file>