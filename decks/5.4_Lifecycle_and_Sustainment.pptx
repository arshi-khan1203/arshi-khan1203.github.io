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95438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737360"/>
            <a:ext cx="1072591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Responsible AI Framework: Project Design Considerations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374904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NovaCare Health Systems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57200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Arshi Khan</a:t>
            </a:r>
            <a:endParaRPr lang="en-US" sz="14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Assignment: 5.4 RAI Framework Project: Lifecycle and Sustainment</a:t>
            </a:r>
            <a:endParaRPr lang="en-US" sz="14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September 27,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NovaCare Health Systems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Fictional healthcare enterprise (consistent with Assignments 1.3 and 1.4)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627632"/>
            <a:ext cx="320040" cy="3200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554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474720" y="1554480"/>
            <a:ext cx="82597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hospitals, 150+ outpatient facilities, approximately 45,000 employees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679192"/>
            <a:ext cx="320040" cy="3200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606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2606040"/>
            <a:ext cx="82597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about 6 million patients annually through hospitals, clinics, diagnostic centers, and telehealth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730752"/>
            <a:ext cx="320040" cy="3200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657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footprint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3657600"/>
            <a:ext cx="82597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EHR, cloud analytics, imaging, patient portals, and digital care platforms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782312"/>
            <a:ext cx="320040" cy="3200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09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 foundation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474720" y="4709160"/>
            <a:ext cx="82597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ethical principles established in 1.3, operationalized through the NIST AI RMF (Govern, Map, Measure, Manage) in 1.4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368735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F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Use Cases Under Consideration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four use cases established in Assignment 1.3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DDEB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377440"/>
            <a:ext cx="495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Medical Imaging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880360"/>
            <a:ext cx="495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abnormalities in X-rays, CT scans, and MRIs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24448" y="160020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DDEB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53048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6553048" y="2377440"/>
            <a:ext cx="495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Deterioration Prediction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553048" y="2880360"/>
            <a:ext cx="495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patients at risk of rapid clinical decline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93192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DDEB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4709160"/>
            <a:ext cx="495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Clinical Assistant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5212080"/>
            <a:ext cx="495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Summarizes records and drafts clinical documentation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24448" y="393192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DDEB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53048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6553048" y="4709160"/>
            <a:ext cx="495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Scheduling &amp; Resource Optimization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553048" y="5212080"/>
            <a:ext cx="495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demand and optimizes staffing and appointments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11368735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F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Chart: Full AI Development Lifecycle and RAI Actions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the 7-step vetting process from Assignment 1.4 with sustainment and disposition stages</a:t>
            </a:r>
            <a:endParaRPr lang="en-US" sz="1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7295" cy="52578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64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 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 / Trigger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Design &amp; Scoping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Use-case charter completed and risk-tiered before any data work begins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i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data collection starts without a signed-off charter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Data Collection &amp; Vetting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Subgroup representation audit; documented data lineage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i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dataset advances without documented lineage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Development &amp; Training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card drafted in parallel with training, not after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i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card completion is a training-sprint exit criterion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Testing &amp; Validation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Independent validation against fairness, safety, and explainability gates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i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 proceed to deployment without passing all gates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Deployment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Controlled, phased rollout with human oversight active from day one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i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Override/complaint channel live before first patient-facing use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Continuous Monitoring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 drift, subgroup performance, and incidents monthly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i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Automatic flag if accuracy drops more than 5 percentage points from baseline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 Sustainment (Retrain/Tune)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Scheduled retraining as data or patient population shifts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i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Mandatory retrain if drift exceeds threshold for 2 consecutive months, or annually regardless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 Disposition/Replacement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Formal retirement when a system no longer meets its safety/fairness bar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i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Retirement criteria set at approval time; replacement must clear the same validation gates first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Text 2"/>
          <p:cNvSpPr txBox="1"/>
          <p:nvPr/>
        </p:nvSpPr>
        <p:spPr>
          <a:xfrm>
            <a:off x="11368735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F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Chart: Commercially Available RAI Validation/Monitoring Tools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11277295" cy="521208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796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Fits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AI-Assisted Medical Imaging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Fiddler 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i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Enterprise-grade explainability and compliance-focused monitoring, suited to regulated diagnostic 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Deterioration Prediction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IBM Watson OpenScale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i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for regulated industries; bias, fairness, and drift monitoring with healthcare-relevant governance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Generative AI Clinical Assistant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Arize 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i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tracing and evaluation; detects hallucination-prone outputs and embedding drift in generated text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Scheduling &amp; Resource Optimization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WhyLabs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i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Lightweight data drift and model health monitoring; SOC 2 Type 2 compliant, cost-effective for a lower-risk tool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11368735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F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Chart: Building RAI Expertise Within NovaCare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1857175"/>
              </p:ext>
            </p:extLst>
          </p:nvPr>
        </p:nvGraphicFramePr>
        <p:xfrm>
          <a:off x="457200" y="1143000"/>
          <a:ext cx="11277295" cy="521208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20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Measurable Target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Formal Training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Mandatory RAI onboarding module for all AI-adjacent staff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i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completion within 30 days of hire; refresher every 12 months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Role-Specific Certification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 role-holders (per 1.4's 7 roles) pursue relevant certifications (e.g., NIST AI RMF training)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i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least 1 certified staff member per RAI role within year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Cross-Functional Rotation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Clinical staff periodically shadow the RAI Governance &amp; Ethics Lead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i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clinical staff per year participate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Community of Practice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RAI case-review forum open to all staff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i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Minimum 20 attendees per month 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11368735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F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Chart: Educating Customers on Appropriate AI Use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3403631"/>
              </p:ext>
            </p:extLst>
          </p:nvPr>
        </p:nvGraphicFramePr>
        <p:xfrm>
          <a:off x="457200" y="1143000"/>
          <a:ext cx="11277295" cy="50292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33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0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Measurable Goal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Plain-language disclosure at point of care when AI contributes to a diagnosis or scheduling decision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i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of AI-influenced encounters include a disclosure notice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portal FAQ and short explainer video on how AI is used and patient rights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i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 in top 3 languages spoken by the patient population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Referring Clinicians (external)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Onboarding guide for partner facilities using NovaCare's AI-assisted imaging referral network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i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Guide acknowledgment required before system access is granted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Public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transparency report summarizing AI use and outcomes, publicly posted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i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Published annually, no exceptions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11368735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F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Difficulties and open questions from this workshop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11277295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057400"/>
            <a:ext cx="1054577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200" dirty="0"/>
              <a:t>The lifecycle chart makes retraining and disposition look like clean, scheduled steps, but figuring out how much drift actually counts as "too much" felt more like a judgment call than something you could measure precisely.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2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200" dirty="0"/>
              <a:t>The emotional support robot getting bricked stuck with me. It wasn't a technical failure, it was a business decision with no plan for the people who trusted the product when the company just walked away.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2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200" dirty="0"/>
              <a:t>I'm not sure NovaCare could realistically hit "retrain within 2 consecutive months of drift" in practice. It looks clean on a slide, but real retraining takes engineering time and budget that might not move that fast.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200" dirty="0"/>
          </a:p>
          <a:p>
            <a:pPr lvl="0"/>
            <a:r>
              <a:rPr lang="en-IN" sz="1200" b="1" dirty="0"/>
              <a:t>Open Question: </a:t>
            </a:r>
            <a:r>
              <a:rPr lang="en-IN" sz="1200" dirty="0"/>
              <a:t>who actually decides when a model has failed badly enough to be retired instead of just retrained? That felt like the least defined step in the whole lifecycle.</a:t>
            </a: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F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1732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Blackman, R. (2022). Ethical machines: Your concise guide to totally unbiased, transparent, and respectful AI (Ch. 7). Harvard Business Review Press.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10312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Wang, J. (n.d.). ML model monitoring and re-training: When and how? Medium.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8892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Wisecube AI. (n.d.). Why continuous monitoring is essential for maintaining AI integrity.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47472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 Technica. (2024). Startup will brick $800 emotional support robot for kids without refunds.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16052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Markkula Center for Applied Ethics. (n.d.). Sample design workflow. Santa Clara University.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1368735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F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998</Words>
  <Application>Microsoft Office PowerPoint</Application>
  <PresentationFormat>Widescreen</PresentationFormat>
  <Paragraphs>138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 K</cp:lastModifiedBy>
  <cp:revision>4</cp:revision>
  <dcterms:created xsi:type="dcterms:W3CDTF">2026-09-27T18:12:08Z</dcterms:created>
  <dcterms:modified xsi:type="dcterms:W3CDTF">2026-09-27T18:45:02Z</dcterms:modified>
</cp:coreProperties>
</file>